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grupo. Dizer em uma frase o que é o projeto: a mesma loja de café especial do projeto 1, com o banco trocado — saiu o PostgreSQL, entrou o CouchDB. A loja é a mesma de propósito: assim dá para comparar só o que mudou por causa do banco. A demonstração ao vivo fica para 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ordem veio do material: são as entregas 1 a 6 do projeto prático. A diferença em relação ao projeto 1 está na etapa 0. No relacional, começamos pelas tabelas; aqui, começamos pelas perguntas que o site faz ao banco — o material pede isso com todas as letras: “liste as consultas antes de modelar”. O projeto 1 inteiro continua no GitHub, na tag v1-relacional, porque comparar os dois é o objetivo da atividade.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material exige justificar o NoSQL pelo padrão de acesso — e padrão de acesso é só isto: o que o site mais pergunta ao banco. Para explicar índice: é o índice remissivo de um livro; em vez de folhear tudo, você vai direto à página. Ser honesto aqui conta ponto: a ficha é ótima para ler o pedido inteiro de uma vez, mas perde a garantia de gravar várias fichas juntas. O resto da apresentação mostra o que fizemos com essa perda.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projeto 1, o porteiro era o gunicorn, rodando num servidor ligado o tempo todo. No Vercel não existe servidor esperando: a própria plataforma recebe o acesso e acorda o Python quando alguém chega. Também sumiram o SQLAlchemy, o tradutor, e o psycopg, o cabo. O CouchDB não precisa de tradutor, porque a língua dele é o HTTP, a mesma de qualquer site. Por isso o carteiro é o requests, a biblioteca que o Python usa para abrir endereços da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ferramenta aqui tem um porquê. O primeiro plano para o banco era o IBM Cloudant, que o próprio material cita no slide 48; a conta da IBM pedia cartão de crédito, e o grupo decidiu publicar sem cartão. O CouchDB foi para um container no Railway, onde o projeto 1 já rodava, e nenhuma linha de código mudou: só o endereço do banco. O site em si saiu do Railway para o Vercel, que não cobra. Sobre o Claude Code, vale dizer com transparência como ele foi usado: ele escrevia e testava, e o grupo decidia o que entrava. Um exemplo: foi rodando a regra do banco no Node que apareceu uma regra que nunca era usada, e ela saiu. Os próprios slides foram gerados por código, com o pptxgenjs, e ajustados pelo grupo no PowerPoint, de onde sai 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slide de maior peso na nota: modelagem documental vale 25%. As três decisões resumem tudo: embutir o que é lido junto, referenciar o que tem vida própria, fotografar o que precisa ficar como estava no dia. A moagem é o argumento herdado do projeto 1: ela não é do café, é da compra — por isso continua dentro do item. Se perguntarem pelo _id: é a etiqueta da ficha, e quem escolhe o nome somos nós. Produto:chapada-geisha é legível, e nenhuma outra ficha pode ter a mesma etiqueta — é justamente isso que garante o e-mail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tabela pelas analogias. Nas regras, os dois recusam dado errado: no PostgreSQL é o CHECK; no CouchDB é uma função JavaScript que o próprio banco roda a cada gravação, a validate_doc_update. Temos 35 regras nela, testadas contra o CouchDB de verdade. A linha que importa é a última: o PostgreSQL grava várias tabelas como se fosse uma coisa só; o CouchDB garante uma ficha de cada vez. Um pedido de três cafés mexe em quatro fichas — e nada garante as quatro juntas. É o assunto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coração. Começar pelo risco: sem transação, o pedido pode ficar gravado sem o estoque ter sido descontado. O projeto-base do material faz exatamente isso: avisa o conflito, mas não desfaz o que já entrou — e tentar de novo desconta duas vezes. A nossa solução se chama saga: uma sequência de passos em que cada passo sabe se desfazer. O detalhe que faz funcionar é o bilhete. Se a conexão cai no meio da reserva, a loja não sabe o que o banco gravou; o bilhete preso na ficha do café diz. O estorno devolve estoque só onde encontra bilhete, e por isso pode rodar duas vezes sem devolver em dobro. Se a função morrer no meio, um comando — reconciliar — termina o serviço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409 com a analogia: o _rev é o número da versão da ficha. Quem grava precisa dizer qual versão leu; se alguém mexeu antes, o banco recusa — e isso é o erro 409. Não é falha, é o banco avisando. O teste força a corrida no instante exato: ele troca a função que grava por uma que, antes de gravar, faz a outra compra acontecer. Por isso o resultado é sempre o mesmo e não depende de sorte. Os dois testes rodam a cada envio ao GitHub, contra um CouchDB de verdade. Se houver tempo, o Fauxton mostra o mesmo 409 com duas abas editando a mesma ficha.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como história, um de cada vez. O terceiro rende boa conversa: no PostgreSQL, o UNIQUE resolvia; no CouchDB, a única coisa que o banco garante ser única é a etiqueta da ficha — então a etiqueta passou a ser o próprio e-mail. O primeiro dos menores é o tipo de erro que só aparece rodando: o arquivo de senhas do projeto 1 estava sendo lido pelo projeto 2, porque uma pasta mora dentro da outra. Corrigimos apontando o caminho exato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Saber o que não foi feito, e por quê, vale tanto quanto o que foi. Sobre as 8 idas ao banco: são sempre 8, com um café ou com vários, porque as reservas e a limpeza vão cada uma num lote só — e isso importa, porque cada ida ao banco é espera: no ar, cada uma leva uns 20 ms, com o site no Vercel e o banco no Railway, os dois na costa leste dos Estados Unidos. A reconciliação ser manual é a limitação mais honesta: em produção, ela rodaria sozinha de tempos em tempos.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loja alguns minutos antes, porque a primeira visita acorda a função no Vercel. Deixar o Fauxton, o painel do CouchDB no Railway, aberto numa segunda aba, já no banco torra_terra, e com o login feito antes: a senha não pode aparecer na tela. O passo 4 é o que mais impressiona: a mensagem diz o café que faltou, e o painel mostra que nenhum pedido novo foi gravado. No passo 5, abrir a ficha do café antes e depois de uma compra e mostrar o número antes do hífen, no _rev, subindo. No fim, o QR code do slide leva direto ao WhatsApp de quem cuida do estoque do Torra &amp; Terra: quem quiser um dos cafés só aponta a câmera.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FACAMP · TRATAMENTO E ARMAZENAMENTO DA INFORMAÇÃO · PROJETO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10908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Torra </a:t>
            </a:r>
            <a:pPr indent="0" marL="0">
              <a:buNone/>
            </a:pPr>
            <a:r>
              <a:rPr lang="en-US" sz="62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</a:t>
            </a:r>
            <a:pPr indent="0" marL="0">
              <a:buNone/>
            </a:pPr>
            <a:r>
              <a:rPr lang="en-US" sz="6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Terra</a:t>
            </a:r>
            <a:endParaRPr lang="en-US" sz="6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26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documento ao deploy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0332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e-commerce do projeto 1, agora num banco de documentos — e o que isso muda.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57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Nivaldo T. Marcusso  ·  Felipe Furlan; Henrique Biruel; Henrique Palorca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trabalhamos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plano escrito antes. Depois, uma etapa por vez — cada uma com commit e testes.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5681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8716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 consultas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77977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loja pergunta ao banco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19856" y="173736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75888" y="195681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248716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fichas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277977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embutir, referenciar, fotografar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99632" y="173736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195681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5664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55664" y="248716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 e índices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55664" y="277977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no banco e 4 índices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79408" y="173736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95681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248716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77977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Flask falando HTTP com o banco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42900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3648456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17880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44714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saga, com estorno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19856" y="342900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75888" y="364845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7588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675888" y="417880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 conflito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675888" y="44714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409 forçado de propósito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99632" y="342900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55664" y="3648456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55664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455664" y="417880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 documentação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455664" y="44714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Vercel, Railway e os documentos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979408" y="342900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foi escrito em 9 de setembro, antes de qualquer código. A construção teve o Claude Code como parceiro de bancada, e cada etapa entrou no Git com os testes rodando.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NoSQL aqui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Escolhemos pelo jeito que a loja usa os dados — o que o site mais pergunta ao banco.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8064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3794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catálogo é lido o tempo todo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3055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visita pede a lista de cafés. Com um índice pronto para essa pergunta, a resposta sai sem juntar tabelas.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58064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98094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é lido inteiro, sempre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7355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e itens nunca aparecem separados — então cabem numa ficha só, lida de uma vez.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58064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12394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café tem atributos que mudam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41655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sensorial, pontuação, moagem: uma ficha aceita um campo novo sem reformar o arquivo inteiro.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75120" y="1691640"/>
            <a:ext cx="4873752" cy="3310128"/>
          </a:xfrm>
          <a:prstGeom prst="roundRect">
            <a:avLst>
              <a:gd name="adj" fmla="val 2486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187452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PERGUNTAS, LISTADAS ANTES DE DESENHAR AS FICHAS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2677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cafés estão à venda?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25420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idx_produtos_catalogo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0" y="2862072"/>
            <a:ext cx="432511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29443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cafés desta região?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21868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idx_produtos_categoria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49440" y="3538728"/>
            <a:ext cx="432511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36210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o cliente deste e-mail?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8953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idx_clientes_email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432511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4944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são os pedidos deste cliente?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5720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idx_pedidos_cliente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3035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perde: o “tudo ou nada” entre fichas diferentes. O slide 8 mostra como resolvemos.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site funciona por dentro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que um clique percorre — do navegador até a ficha guardada no banco.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clica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84708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98648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90088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990088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o acesso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773168" y="184708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57216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48656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248656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 que fazer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031736" y="184708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415784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07224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507224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 o pedido ao banco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184708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674352" y="1645920"/>
            <a:ext cx="1874520" cy="868680"/>
          </a:xfrm>
          <a:prstGeom prst="roundRect">
            <a:avLst>
              <a:gd name="adj" fmla="val 9474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65792" y="17647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765792" y="2066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as fichas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263347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na volta, o Jinja encaixa a resposta na página que o cliente vê.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05409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CADA PEÇA, EM UMA FRASE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3649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965960" y="33649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nuvem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3364992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PORTEIRO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Recebe cada acesso da internet e acorda o Python para atender.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373075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37673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965960" y="37673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926080" y="3767328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CÉREBRO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Decide o que responder, e é onde moram as regras.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4133088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41696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965960" y="41696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4169664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MOLDE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página. Encaixa o dado no HTML que o cliente vê.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572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1965960" y="4572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2926080" y="4572000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CARTEIRO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Leva cada pedido ao CouchDB por HTTP, como se o banco fosse um site.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40080" y="4937760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49743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1965960" y="49743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2926080" y="4974336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DE FICHAS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Cada café, cliente e pedido é uma ficha completa, guardada inteira.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40080" y="5340096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0080" y="537667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1965960" y="5376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nuvem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2926080" y="5376672"/>
            <a:ext cx="8622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</a:t>
            </a:r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GALPÃO</a:t>
            </a:r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alugado onde o arquivo fica, ligado dia e noite.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58795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tradutor no meio: o CouchDB fala HTTP, e cada leitura no banco é como abrir uma página.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usamos em cada etapa, e para quê.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E BANCO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94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 CouchDB 3.5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arquivo de fichas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798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Railway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54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galpão do CouchDB, com disco próprio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401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Mango e _explain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busca, e a prova de qual índice ela usou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0050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Fauxton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4261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das fichas e das versões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645920"/>
            <a:ext cx="3493008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99432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2194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Flask e Jinja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99432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cérebro e o molde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798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99432" y="3054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carteiro até o banco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99432" y="3401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python-dotenv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99432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senhas fora do código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40050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e GitHub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4261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histórico, com o projeto 1 guardado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1645920"/>
            <a:ext cx="3493008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02752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OPERAÇÃO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302752" y="2194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2450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testes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302752" y="2798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302752" y="3054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no CouchDB de verdade a cada envio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02752" y="3401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02752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a regra do banco fora dele, para testá-la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02752" y="40050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02752" y="4261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o site a cada envio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4846320"/>
            <a:ext cx="10908792" cy="1115568"/>
          </a:xfrm>
          <a:prstGeom prst="roundRect">
            <a:avLst>
              <a:gd name="adj" fmla="val 7377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0120" y="4956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54864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5 · ANTHROPIC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794760" y="4983480"/>
            <a:ext cx="7434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</a:t>
            </a:r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DE BANCADA</a:t>
            </a:r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Assistente de programação com IA: escreveu código, testes, documentos e estes slides. As decisões foram do grupo — CouchDB, Vercel com Railway e o roteiro desta apresentação.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6089904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site foi para o Vercel, grátis; só o banco continua no Railway.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Modelagem documental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tipos de ficha: três principais e duas de apoio.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· PRODUTO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66544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"_id": "produto:chapada-geisha",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"nome": "Chapada Geisha",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"preco_centavos": 14800,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"estoque":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37398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· CLIENTE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32504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"_id": "cliente:3f2c…",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"nome": "Ana",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"email": "ana@exemplo.com",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"senha_hash": "scrypt:…"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51960" y="1645920"/>
            <a:ext cx="3977640" cy="37490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739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· PEDIDO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066544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"_id": "pedido:9b1d…",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"cliente_id": "cliente:3f2c…",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"CRIADO",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"itens": [{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"nome": "Chapada Geisha",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"preco_unitario_centavos": 14800,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4622A"/>
                </a:solidFill>
                <a:highlight>
                  <a:srgbClr val="FBF0E9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"moagem": "FINA",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"quantidade":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069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moagem continua no item: o cliente escolhe na compra.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0" y="1645920"/>
            <a:ext cx="313639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41080" y="17647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EMBUTIR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201168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itens moram dentro do pedido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2295144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Grampeados na ficha: são lidos e alterados juntos.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12480" y="2926080"/>
            <a:ext cx="313639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41080" y="30449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641080" y="329184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anota o cliente_id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641080" y="3575304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anotar o número da ficha do cliente: ele tem vida própria.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412480" y="4206240"/>
            <a:ext cx="313639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41080" y="432511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FOTOGRAFAR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457200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e preço copiados no item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4855464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foto do dia da compra: o preço de amanhã não muda o pedido de hoje.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596128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de apoio: categoria (a região) e email:&lt;endereço&gt;, que garante e-mail único. Dinheiro em centavos: o JSON não tem número decimal exato.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em relação ao PostgreSQL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guardam regras. A diferença real é o “tudo ou nada”.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09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PROJETO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95681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cofre com regras e uma tranca para o pedido inteiro.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9632" y="16002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709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 · PROJETO 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55664" y="195681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arquivo de fichas com um conferente na porta: confere cada ficha sozinha, mas não enxerga o conjunto.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7432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743200"/>
            <a:ext cx="496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COUCHDB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tabelas ligadas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03580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JSON completas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41071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4472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34472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automático: 1, 2, 3…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44728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 escolhida: produto:chapada-geisha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82219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Relacionamento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38587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estrangeira e JOIN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85876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embutir, referenciar ou fotografar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23367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2702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4270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427024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Mango: um JSON enviado por HTTP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64515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4681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560320" y="4681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INDEX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468172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índice para cada pergunta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505663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50932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5093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o cofre recusa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509320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validate_doc_update: o conferente recusa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546811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55046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2560320" y="55046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UPDATE: tranca a gaveta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0" y="550468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_rev: o número da versão; quem chega atrasado recebe 409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5879592"/>
            <a:ext cx="10908792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5916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ou nada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5916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transação inteira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0" y="5916168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ficha de cada vez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checkout — o coração do trabalho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CouchDB não existe “tudo ou nada” entre fichas diferentes.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932688"/>
          </a:xfrm>
          <a:prstGeom prst="roundRect">
            <a:avLst>
              <a:gd name="adj" fmla="val 8824"/>
            </a:avLst>
          </a:prstGeom>
          <a:solidFill>
            <a:srgbClr val="FDF0ED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09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9659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grava, a baixa de estoque falha: sobra pedido sem estoque descontado.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600200"/>
            <a:ext cx="5349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709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PROJETO-BASE DO MATERIAL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55664" y="19659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 tudo num lote só e, se der conflito, só avisa o cliente. O que já foi gravado fica gravado.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cafés e estoque, sem gravar nada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3273552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862072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63240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nasce “processando”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873752" y="3273552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84064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85232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85232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285232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85232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o estoque e prende um bilhete do pedido na ficha do café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095744" y="3273552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306056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07224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507224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507224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vira “criado” e não volta atrás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317736" y="3273552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C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9528048" y="2715768"/>
            <a:ext cx="20116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29216" y="2852928"/>
            <a:ext cx="402336" cy="402336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29216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729216" y="3328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Limpar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729216" y="361188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os bilhetes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4480560"/>
            <a:ext cx="6583680" cy="868680"/>
          </a:xfrm>
          <a:prstGeom prst="roundRect">
            <a:avLst>
              <a:gd name="adj" fmla="val 9474"/>
            </a:avLst>
          </a:prstGeom>
          <a:solidFill>
            <a:srgbClr val="FDF0ED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6112" y="4590288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FALHOU NO 3 OU NO 4?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96112" y="484632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 o pedido e estorna o estoque — só onde houver bilhete.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434072" y="4480560"/>
            <a:ext cx="4114800" cy="868680"/>
          </a:xfrm>
          <a:prstGeom prst="roundRect">
            <a:avLst>
              <a:gd name="adj" fmla="val 9474"/>
            </a:avLst>
          </a:prstGeom>
          <a:solidFill>
            <a:srgbClr val="EEF6F1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90104" y="45902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 409 NO 3?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90104" y="4846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Relê a ficha do café e tenta de novo.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5559552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duplo não compra duas vezes: o número do pedido nasce quando a tela abre, e o banco não aceita dois pedidos com o mesmo número.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teste de conflito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compras disputando o último Chapada Geisha — forçadas de propósito, no instante exato.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82496"/>
            <a:ext cx="384048" cy="384048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64208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Ana confere o carrinho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Geisha: estoque 1, versão 1. Piatã: estoque 10.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84048" cy="384048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331720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 compra chega antes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leva o último Geisha, e a ficha vira versão 2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384048" cy="384048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999232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Ana reserva com a versão velha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Piatã entra; o Geisha volta com 409: “essa ficha mudou desde que você leu”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685032"/>
            <a:ext cx="384048" cy="384048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666744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loja relê o Geisha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estoque 0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384048" cy="384048"/>
          </a:xfrm>
          <a:prstGeom prst="ellipse">
            <a:avLst/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334256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Estorno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pedido da Ana é cancelado, e o Piatã volta a 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FBF0E9"/>
          </a:solidFill>
          <a:ln w="12700">
            <a:solidFill>
              <a:srgbClr val="FBF0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5001768"/>
            <a:ext cx="5989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Ana vê a mensagem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“Estoque insuficiente de Chapada Geisha”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406640" y="1645920"/>
            <a:ext cx="4142232" cy="1874520"/>
          </a:xfrm>
          <a:prstGeom prst="roundRect">
            <a:avLst>
              <a:gd name="adj" fmla="val 4390"/>
            </a:avLst>
          </a:prstGeom>
          <a:solidFill>
            <a:srgbClr val="EEF6F1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62672" y="17922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REAL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662672" y="2066544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Passou no Apache CouchDB 3.5.2 de verdade, no GitHub Actions.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662672" y="301752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F6B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test_cafe_que_acaba_no_meio_da_saga_e_compensado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406640" y="3657600"/>
            <a:ext cx="4142232" cy="1874520"/>
          </a:xfrm>
          <a:prstGeom prst="roundRect">
            <a:avLst>
              <a:gd name="adj" fmla="val 4390"/>
            </a:avLst>
          </a:prstGeom>
          <a:solidFill>
            <a:srgbClr val="EEF6F1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62672" y="38039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AINDA SOBRA ESTOQUE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662672" y="4078224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loja só relê e tenta de novo: 10 − 4 da outra compra − 3 desta = 3. Nenhuma baixa se perde.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502920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F6B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test_conflito_409_e_resolvido_relendo_o_documento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encontrados e como resolvemos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problemas de verdade, cada um com a solução testada.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47088"/>
            <a:ext cx="402336" cy="402336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8105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checkout do projeto-base deixava pedido pela metade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35915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conflito no meio do lote avisava o cliente, mas não desfazia o que já tinha entrado.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95351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com estorno, e um teste para cada jeito de falhar.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1627632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55664" y="1847088"/>
            <a:ext cx="402336" cy="402336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556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18105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máquina do grupo não tem Docker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235915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material sobe o CouchDB com Docker. Sem ele, não havia banco para testar.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95351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maquete do banco para testar em qualquer lugar, e o CouchDB de verdade no GitHub Actions a cada envio.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22192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4041648"/>
            <a:ext cx="402336" cy="402336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" y="4041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400507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CouchDB não tem “e-mail único”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55371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antes de gravar não basta: dois cadastros ao mesmo tempo passariam juntos.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14807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ficha cuja etiqueta é o próprio e-mail. Duas fichas com a mesma etiqueta não existem.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9632" y="3822192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4041648"/>
            <a:ext cx="402336" cy="402336"/>
          </a:xfrm>
          <a:prstGeom prst="ellipse">
            <a:avLst/>
          </a:prstGeom>
          <a:solidFill>
            <a:srgbClr val="FDF0ED"/>
          </a:solidFill>
          <a:ln w="12700">
            <a:solidFill>
              <a:srgbClr val="FDF0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55664" y="4041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00507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se perdeu: gravou ou não?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455371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conexão cai no meio da reserva, a loja não sabe o que o banco guardou.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514807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bilhete de reserva na ficha do café diz exatamente o que entrou.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05332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dois menores: a pasta nova ficava dentro da antiga e lia a senha errada · uma regra do banco que nunca era usada, achada rodando a função no Node.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projeto em números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270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85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597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passando no CouchDB de verdade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71800" y="141732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5270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85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4597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conferidas pelo próprio banco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03520" y="141732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32120" y="15270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5532120" y="21854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idas ao banco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24597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confirmar uma compra, com um café ou com vários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15468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32644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92277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para cada pergunta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71800" y="315468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00400" y="32644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392277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ficha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principais e 2 de apoio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303520" y="3154680"/>
            <a:ext cx="21488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32120" y="32644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5532120" y="392277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carregadas num lote só: 4 regiões e 12 cafés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4983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ar: </a:t>
            </a:r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ms</a:t>
            </a:r>
            <a:pPr indent="0" marL="0"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ida ao banco — mediana de 15 medições em /saude.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26680" y="1417320"/>
            <a:ext cx="3822192" cy="3310128"/>
          </a:xfrm>
          <a:prstGeom prst="roundRect">
            <a:avLst>
              <a:gd name="adj" fmla="val 2486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01000" y="16002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DE FORA, DE PROPÓSITO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01000" y="2084832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1993392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e frete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01000" y="2615184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0" y="2523744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administrativa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01000" y="3145536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0" y="3054096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guardado no banco — ele fica na sessão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001000" y="3675888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35844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automática — hoje é um comando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001000" y="4206240"/>
            <a:ext cx="91440" cy="9144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229600" y="4114800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50 pedidos por página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27632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https://projeto-nivaldo-nosql.vercel.app/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414016"/>
            <a:ext cx="365760" cy="365760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440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e filtro por região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365760" cy="365760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80944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café e moagem — a moagem vai para o item do pedido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621024"/>
            <a:ext cx="365760" cy="365760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621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584448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conta e comprar: o pedido aparece com o preço do dia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224528"/>
            <a:ext cx="365760" cy="365760"/>
          </a:xfrm>
          <a:prstGeom prst="ellipse">
            <a:avLst/>
          </a:prstGeom>
          <a:solidFill>
            <a:srgbClr val="D4622A"/>
          </a:solidFill>
          <a:ln w="12700">
            <a:solidFill>
              <a:srgbClr val="D4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4187952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Pôr o Chapada Geisha duas vezes no carrinho e finalizar: a loja diz qual café faltou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365760" cy="365760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828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791456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painel do CouchDB: a ficha do pedido e a versão do café mudando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577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Chapada Geisha está com estoque 1, de propósito.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12480" y="1691640"/>
            <a:ext cx="3136392" cy="4251960"/>
          </a:xfrm>
          <a:prstGeom prst="roundRect">
            <a:avLst>
              <a:gd name="adj" fmla="val 2624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pic>
        <p:nvPicPr>
          <p:cNvPr id="21" name="Image 0" descr="C:\Users\lipef\AppData\Local\Temp\torra_terra_whatsapp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28" y="1920240"/>
            <a:ext cx="2377440" cy="237744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641080" y="4434840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Torra &amp; Terra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41080" y="4736592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a câmera do celular e compre com a gente no WhatsApp.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641080" y="5303520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 19 99734-7157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063447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Torra &amp; Terra — do documento ao deploy</dc:title>
  <dc:subject>PptxGenJS Presentation</dc:subject>
  <dc:creator>Felipe Furlan</dc:creator>
  <cp:lastModifiedBy>Felipe Furlan</cp:lastModifiedBy>
  <cp:revision>1</cp:revision>
  <dcterms:created xsi:type="dcterms:W3CDTF">2026-09-16T20:01:20Z</dcterms:created>
  <dcterms:modified xsi:type="dcterms:W3CDTF">2026-09-16T20:01:20Z</dcterms:modified>
</cp:coreProperties>
</file>